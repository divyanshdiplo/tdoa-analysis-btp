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73" d="100"/>
          <a:sy n="73" d="100"/>
        </p:scale>
        <p:origin x="881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48CB1-DA02-4C06-D139-6815FC47E0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D58A4B-90DF-8E17-43A0-F77D5DE051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4C54A-C554-AC1C-D82B-73FBEF15A9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22-09-2025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C38C1-4B36-1AB7-C63B-D8C48DF84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74FC8-8D2D-80E5-402F-2DC763969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0330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9A295-4EC3-C012-4AB0-8A5F9A016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9DF01-F4C1-6985-5DEA-CCD9C050F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265D1-8A03-6D72-D9CF-389B9BDA4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22-09-2025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04A1C1-FBF3-21FD-52C0-C0EE3F35A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CFCFF9-4BD7-B066-3BCA-5FAA69BFD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4931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918C0-B041-E8CE-C98D-FD10BB5ED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E04B5-B968-D9C4-0533-DB98B71FC4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41C713-D546-A940-05BB-CFA88F3C2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22-09-2025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41427-37D2-E9FF-8541-EFB2EC51A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06069C-D1F7-D09E-71FA-C613E1581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7007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1F919-851B-DF26-E5E3-64EF83C18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BD7335-A21C-58CE-1399-7A313D9FB2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95C052-F487-C38A-523F-142C07F2EF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908BD7-567A-33DD-E458-ADA27011F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22-09-2025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CEAB7E-5B25-664F-FEA4-9C83A65E4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BAABCA-A051-6149-6CB4-FCAE5E9D2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853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7F46A-6370-16AF-19AB-FB6DBF15E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4B89D1-FF75-2E6B-490B-B4A66E10C0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FEC080-CD2C-0085-0516-BCED2DF7EA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A95A4A-E5A9-A632-A0AC-DEC572F703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181E2F-6124-6B78-E580-E89E3C9BB7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406085-5199-8A7B-2AA4-F15665139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22-09-2025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9125B9-03FA-6F8A-2252-09B797042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68900F-A8D3-0A89-567B-9F67B9372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220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0F1D8-6869-881E-D716-760439A62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F78CEA-58C0-1FBC-3805-9BC8A9BEE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22-09-2025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292AF2-F152-BDAE-6C79-E5BA765B5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AA9D35-5AE4-7AC9-2716-8360C6845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5356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1B5490-8AF0-D20D-94E3-C78FA15D0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22-09-2025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146F85-2CDE-64C8-1572-070C01CFC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7A3721-A246-5D51-ECB5-86A0B6B54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841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DCB1B-EF94-4E38-6436-E922FC657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B10ED5-A558-AC6E-62E8-BF08066D5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F8195D-762B-7EED-A282-BDE31B4578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DE424-03A6-FCF4-FD9C-7E1C92BE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22-09-2025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5B02D3-762B-732F-CCE9-4A1D8D2AC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5C8491-2BA1-5223-8FD6-26F7E9DFB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2114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92B0C-FB05-8D5A-C85D-FFC71ECD1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4227D6-6D72-9832-A8AD-F8620F04BC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5E51D5-6A6B-48E5-EBD8-CF482F404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1F7EF1-3073-AA31-BB2F-1AE1633FB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22-09-2025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58D81-A8EC-8501-BDC6-2F93CBF4A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A2FC17-B416-D2E9-4ECE-02AFFF62C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015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C0EE1-E973-542B-254D-C418D64FA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45223D-A277-753D-EE82-3BDB1A1B4C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42B607-52D0-C321-EE6E-33572A751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22-09-2025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835447-9A33-0FA2-CF27-0755C1AF6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72384-A033-E9A7-2D94-BB0238349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9866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C42AC5-B935-80E4-21EE-46497762A4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08CFF5-8A30-01DD-DBF9-283D4A0057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B87CE-2654-34EC-F129-936E4C7CA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DABFC-221E-4F7C-8511-A9761CDF0E9D}" type="datetimeFigureOut">
              <a:rPr lang="en-IN" smtClean="0"/>
              <a:t>22-09-2025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44D5C-EDC0-A132-F5F8-851390BC8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0905DD-4BF3-01B5-43CE-4F4E0EABE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4100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54FF8D-6C39-1932-36E8-F9B6925F9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D420A-934E-0027-0620-DCF2895A4E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F698B0-70CA-ECE6-DEF1-DD3BFB7B83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2DABFC-221E-4F7C-8511-A9761CDF0E9D}" type="datetimeFigureOut">
              <a:rPr lang="en-IN" smtClean="0"/>
              <a:t>22-09-2025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7129B4-67DD-7329-6FB8-46D2EA7049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3B9A2-9A8E-01CB-190A-779B5BE09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BFD3F7-160B-4C37-9F93-684E0F45CA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82999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94FB2-575C-47C5-9BF5-AE0E3E52AD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Localization of Transmitter using TDOA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AC3550-3E4B-D498-C8A7-85E6E01DF1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557732"/>
          </a:xfrm>
        </p:spPr>
        <p:txBody>
          <a:bodyPr/>
          <a:lstStyle/>
          <a:p>
            <a:r>
              <a:rPr lang="en-IN" dirty="0"/>
              <a:t>Supervisor – Prof. Seshan </a:t>
            </a:r>
            <a:r>
              <a:rPr lang="en-IN" dirty="0" err="1"/>
              <a:t>Srirangarajan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3D0093-2F4C-62A8-23B3-62D70023ED64}"/>
              </a:ext>
            </a:extLst>
          </p:cNvPr>
          <p:cNvSpPr txBox="1"/>
          <p:nvPr/>
        </p:nvSpPr>
        <p:spPr>
          <a:xfrm>
            <a:off x="3587959" y="4251845"/>
            <a:ext cx="501608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dirty="0"/>
              <a:t>By -</a:t>
            </a:r>
          </a:p>
          <a:p>
            <a:pPr algn="ctr"/>
            <a:r>
              <a:rPr lang="en-IN" dirty="0"/>
              <a:t>Divyansh Kumar</a:t>
            </a:r>
          </a:p>
          <a:p>
            <a:pPr algn="ctr"/>
            <a:r>
              <a:rPr lang="en-IN" dirty="0"/>
              <a:t>Gopal Saha</a:t>
            </a:r>
          </a:p>
        </p:txBody>
      </p:sp>
    </p:spTree>
    <p:extLst>
      <p:ext uri="{BB962C8B-B14F-4D97-AF65-F5344CB8AC3E}">
        <p14:creationId xmlns:p14="http://schemas.microsoft.com/office/powerpoint/2010/main" val="12133197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18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Localization of Transmitter using TDOA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SamPlayz Minecraft</dc:creator>
  <cp:lastModifiedBy>SamPlayz Minecraft</cp:lastModifiedBy>
  <cp:revision>1</cp:revision>
  <dcterms:created xsi:type="dcterms:W3CDTF">2025-09-22T15:40:33Z</dcterms:created>
  <dcterms:modified xsi:type="dcterms:W3CDTF">2025-09-22T15:47:53Z</dcterms:modified>
</cp:coreProperties>
</file>